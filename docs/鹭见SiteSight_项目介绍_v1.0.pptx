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540b9f337241ca" /><Relationship Type="http://schemas.openxmlformats.org/officeDocument/2006/relationships/extended-properties" Target="/docProps/app.xml" Id="R1f0df57ad4b04804" /><Relationship Type="http://schemas.openxmlformats.org/officeDocument/2006/relationships/officeDocument" Target="/ppt/presentation.xml" Id="R396668372d0a4f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fca15201dc4fff"/>
  </p:sldMasterIdLst>
  <p:notesMasterIdLst>
    <p:notesMasterId xmlns:r="http://schemas.openxmlformats.org/officeDocument/2006/relationships" r:id="R63b262b3c6814eb6"/>
  </p:notesMasterIdLst>
  <p:sldIdLst>
    <p:sldId xmlns:r="http://schemas.openxmlformats.org/officeDocument/2006/relationships" id="256" r:id="R76d68e7dbb6640e7"/>
    <p:sldId xmlns:r="http://schemas.openxmlformats.org/officeDocument/2006/relationships" id="257" r:id="R0b662c40d8e14a9b"/>
    <p:sldId xmlns:r="http://schemas.openxmlformats.org/officeDocument/2006/relationships" id="258" r:id="Rf02851f9cc364aff"/>
    <p:sldId xmlns:r="http://schemas.openxmlformats.org/officeDocument/2006/relationships" id="259" r:id="R6f64f9e8e92945cd"/>
    <p:sldId xmlns:r="http://schemas.openxmlformats.org/officeDocument/2006/relationships" id="260" r:id="Rc3a89c2e98734346"/>
    <p:sldId xmlns:r="http://schemas.openxmlformats.org/officeDocument/2006/relationships" id="261" r:id="R30040f850a3743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89f8150b0c406c" /><Relationship Type="http://schemas.openxmlformats.org/officeDocument/2006/relationships/slideMaster" Target="/ppt/slideMasters/slideMaster1.xml" Id="R85fca15201dc4fff" /><Relationship Type="http://schemas.openxmlformats.org/officeDocument/2006/relationships/notesMaster" Target="/ppt/notesMasters/notesMaster1.xml" Id="R63b262b3c6814eb6" /><Relationship Type="http://schemas.openxmlformats.org/officeDocument/2006/relationships/presProps" Target="/ppt/presProps.xml" Id="Re32112f27d844a91" /><Relationship Type="http://schemas.openxmlformats.org/officeDocument/2006/relationships/tableStyles" Target="/ppt/tableStyles.xml" Id="R0cf7f2f5a566444c" /><Relationship Type="http://schemas.openxmlformats.org/officeDocument/2006/relationships/slide" Target="/ppt/slides/slide1.xml" Id="R76d68e7dbb6640e7" /><Relationship Type="http://schemas.openxmlformats.org/officeDocument/2006/relationships/slide" Target="/ppt/slides/slide2.xml" Id="R0b662c40d8e14a9b" /><Relationship Type="http://schemas.openxmlformats.org/officeDocument/2006/relationships/slide" Target="/ppt/slides/slide3.xml" Id="Rf02851f9cc364aff" /><Relationship Type="http://schemas.openxmlformats.org/officeDocument/2006/relationships/slide" Target="/ppt/slides/slide4.xml" Id="R6f64f9e8e92945cd" /><Relationship Type="http://schemas.openxmlformats.org/officeDocument/2006/relationships/slide" Target="/ppt/slides/slide5.xml" Id="Rc3a89c2e98734346" /><Relationship Type="http://schemas.openxmlformats.org/officeDocument/2006/relationships/slide" Target="/ppt/slides/slide6.xml" Id="R30040f850a3743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4f9212622349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5eadf38504803" /><Relationship Type="http://schemas.openxmlformats.org/officeDocument/2006/relationships/notesMaster" Target="/ppt/notesMasters/notesMaster1.xml" Id="Rb3ab1cb930bf4b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7ad6543b11477d" /><Relationship Type="http://schemas.openxmlformats.org/officeDocument/2006/relationships/notesMaster" Target="/ppt/notesMasters/notesMaster1.xml" Id="Ra76d6dbea4ac46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2b9f319d2f4db0" /><Relationship Type="http://schemas.openxmlformats.org/officeDocument/2006/relationships/notesMaster" Target="/ppt/notesMasters/notesMaster1.xml" Id="Rc23af82ccadf46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8d7be0d8fa4a7b" /><Relationship Type="http://schemas.openxmlformats.org/officeDocument/2006/relationships/notesMaster" Target="/ppt/notesMasters/notesMaster1.xml" Id="R445f13b54ce14c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cfd4db1efa4d9e" /><Relationship Type="http://schemas.openxmlformats.org/officeDocument/2006/relationships/notesMaster" Target="/ppt/notesMasters/notesMaster1.xml" Id="R2f65ca52626e48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df20b959034a05" /><Relationship Type="http://schemas.openxmlformats.org/officeDocument/2006/relationships/notesMaster" Target="/ppt/notesMasters/notesMaster1.xml" Id="R8bf41afe34194a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af2f12ad147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1c97b230294809" /><Relationship Type="http://schemas.openxmlformats.org/officeDocument/2006/relationships/slideLayout" Target="/ppt/slideLayouts/slideLayout1.xml" Id="R0c2a016b49dc4b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2a016b49dc4b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9adfc2c1f4306" /><Relationship Type="http://schemas.openxmlformats.org/officeDocument/2006/relationships/image" Target="/ppt/media/image.png" Id="Rf74828e1729f4f38" /><Relationship Type="http://schemas.openxmlformats.org/officeDocument/2006/relationships/notesSlide" Target="/ppt/notesSlides/notesSlide1.xml" Id="R838cd32636b844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d4d816c734506" /><Relationship Type="http://schemas.openxmlformats.org/officeDocument/2006/relationships/notesSlide" Target="/ppt/notesSlides/notesSlide2.xml" Id="R2f6fe1a8a2794f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169fe97c2442f" /><Relationship Type="http://schemas.openxmlformats.org/officeDocument/2006/relationships/notesSlide" Target="/ppt/notesSlides/notesSlide3.xml" Id="R05511fde738945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b16f26ef2497e" /><Relationship Type="http://schemas.openxmlformats.org/officeDocument/2006/relationships/notesSlide" Target="/ppt/notesSlides/notesSlide4.xml" Id="Rdf30cc3d4dd54f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554dd67134027" /><Relationship Type="http://schemas.openxmlformats.org/officeDocument/2006/relationships/notesSlide" Target="/ppt/notesSlides/notesSlide5.xml" Id="R71ec8d8bcada42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4b0667af840f8" /><Relationship Type="http://schemas.openxmlformats.org/officeDocument/2006/relationships/notesSlide" Target="/ppt/notesSlides/notesSlide6.xml" Id="Rf35ce62c15b44a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2C549-D14C-4123-B955-32A8967D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1500"/>
            <a:ext cx="4914900" cy="567690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828e1729f4f38"/>
          <a:stretch xmlns:a="http://schemas.openxmlformats.org/drawingml/2006/main"/>
        </p:blipFill>
        <p:spPr>
          <a:xfrm xmlns:a="http://schemas.openxmlformats.org/drawingml/2006/main">
            <a:off x="7258050" y="1653332"/>
            <a:ext cx="3810000" cy="347513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56CEC-5324-418B-9B2C-B83B6007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rPr>
              <a:t>高校黑客松作品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5E36D-BD13-48B1-8F92-5445F058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鹭见 SiteSight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CDAF8-F7B5-418C-9543-03003875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无人机照片一键三维建模</a:t>
            </a:r>
          </a:p>
          <a:p xmlns:a="http://schemas.openxmlformats.org/drawingml/2006/main">
            <a:pPr algn="l">
              <a:defRPr sz="202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AI 场地分析 · 记忆型报告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F30F4-9D20-42BA-93FC-A4647E01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rPr>
              <a:t>v1.0.0 正式版 · 完全免费开源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87E8E-27B9-46D9-A3B9-2264441F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把传统测绘数万元的投入，压缩到千元级设备 + 免费软件。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4E26A-9840-4A61-998B-CC0F2806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382A9-CBA5-4298-AE0C-556D063D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鹭见 SiteSight · v1.0.0</a:t>
            </a:r>
          </a:p>
        </p:txBody>
      </p:sp>
    </p:spTree>
    <p:extLst>
      <p:ext uri="{BB962C8B-B14F-4D97-AF65-F5344CB8AC3E}">
        <p14:creationId xmlns:p14="http://schemas.microsoft.com/office/powerpoint/2010/main" val="17152162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C8010-E31D-4BFF-8499-B013E811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测绘不该是专业机构的专利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32954-CD7F-4E0A-8B06-E4C33166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334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传统场地测绘需要数万元的专业无人机与测绘软件，以及专门培训，个人与小微团队难以入门。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我们希望用开源引擎搭配平价无人机，把三维建模与场地分析变成每个人都能上手的工具。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这个想法在黑客松期间从零实现，并用真实航拍数据完成端到端验证。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40853-FDD0-4AA9-B582-E2599D5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38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392F6-8206-4F0F-B756-E83FC33C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811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专业测绘无人机贵：旗舰机型约 1.6 万元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54FD9-790F-45EC-A1B7-6C3A3D43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D552D-548E-47F1-8E50-B3D23532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测绘软件授权费高：买断制数万元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04EB7-EA29-479F-8ACD-9D84F55E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05CF2-05CC-4C86-A571-1E497D77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908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操作门槛高：需要专业培训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5AFAA-D398-4001-9C41-97271C04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7ACB5-0281-443B-AFF4-FA81E99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95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数据与成果分散，难以复用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9AAD2-4D5D-4161-90D2-9E0FA056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B3CB0-6F57-47D9-813D-51D4CC1F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鹭见 SiteSight · v1.0.0</a:t>
            </a:r>
          </a:p>
        </p:txBody>
      </p:sp>
    </p:spTree>
    <p:extLst>
      <p:ext uri="{BB962C8B-B14F-4D97-AF65-F5344CB8AC3E}">
        <p14:creationId xmlns:p14="http://schemas.microsoft.com/office/powerpoint/2010/main" val="5956263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3C4D6-5324-4CD8-BC50-221EE7EE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从照片到成果，一条龙全自动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B3D84-3849-4805-A40B-2AE10F8B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334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鹭见 SiteSight 把航测建模的全流程放进一个免费桌面软件：导入照片、后台重建、AI 解读、成果导出，全部在本地完成，数据不出电脑。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8DDDC-7840-4EA5-A6BC-A63EE156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38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04878-60BA-4E4E-9EEF-EDFFE1D7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811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一键三维建模：空三、点云、网格、纹理全自动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2BA24-977C-48CD-9900-BE76CC94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AFD15-F1D9-457A-A33B-B3ED5673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AI 场地分析：坡度、高差、面积自动解读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5AB94-33CE-45AB-9D2D-C0A2ECE6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6FE65-2ACF-457D-B8F0-4ADD046C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908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记忆型报告：记住偏好，越用越懂你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4EE75-5F8C-4797-B408-96C2FFD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6350E-E40C-4661-A778-7184BB74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95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成果管理：OBJ / STL / PLY / LAZ / 正射 / DSM /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4B780-E05F-4AE3-929D-0B9209FE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410D9-C318-4EDC-BB44-85F15D43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鹭见 SiteSight · v1.0.0</a:t>
            </a:r>
          </a:p>
        </p:txBody>
      </p:sp>
    </p:spTree>
    <p:extLst>
      <p:ext uri="{BB962C8B-B14F-4D97-AF65-F5344CB8AC3E}">
        <p14:creationId xmlns:p14="http://schemas.microsoft.com/office/powerpoint/2010/main" val="10699292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28918-CFBE-4572-989B-2AF365CE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同样的成果，成本相差一个数量级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4419600"/>
                <a:gridCol w="4419600"/>
              </a:tblGrid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对比项</a:t>
                      </a:r>
                    </a:p>
                  </a:txBody>
                  <a:tcPr marL="91440" marR="91440" marT="45720" marB="45720" anchor="ctr"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传统专业测绘</a:t>
                      </a:r>
                    </a:p>
                  </a:txBody>
                  <a:tcPr marL="91440" marR="91440" marT="45720" marB="45720" anchor="ctr"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鹭见 SiteSight</a:t>
                      </a:r>
                    </a:p>
                  </a:txBody>
                  <a:tcPr marL="91440" marR="91440" marT="45720" marB="45720" anchor="ctr">
                    <a:solidFill>
                      <a:srgbClr val="1C273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C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无人机硬件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652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DJI Mavic 4 Pro 三摄旗舰</a:t>
                      </a:r>
                    </a:p>
                    <a:p>
                      <a:pPr algn="l"/>
                      <a:r>
                        <a:rPr sz="1500">
                          <a:solidFill>
                            <a:srgbClr val="4652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16,000 元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C96F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DJI NEO 系列入门机</a:t>
                      </a:r>
                    </a:p>
                    <a:p>
                      <a:pPr algn="l"/>
                      <a:r>
                        <a:rPr sz="1500" b="1">
                          <a:solidFill>
                            <a:srgbClr val="C96F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1,000 元</a:t>
                      </a:r>
                    </a:p>
                  </a:txBody>
                  <a:tcPr marL="91440" marR="91440" marT="45720" marB="45720" anchor="ctr"/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C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测绘软件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652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大疆智图等买断授权</a:t>
                      </a:r>
                    </a:p>
                    <a:p>
                      <a:pPr algn="l"/>
                      <a:r>
                        <a:rPr sz="1500">
                          <a:solidFill>
                            <a:srgbClr val="4652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数万元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C96F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本软件免费开源</a:t>
                      </a:r>
                    </a:p>
                    <a:p>
                      <a:pPr algn="l"/>
                      <a:r>
                        <a:rPr sz="1500" b="1">
                          <a:solidFill>
                            <a:srgbClr val="C96F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元</a:t>
                      </a:r>
                    </a:p>
                  </a:txBody>
                  <a:tcPr marL="91440" marR="91440" marT="45720" marB="45720" anchor="ctr"/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C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合计投入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652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2 万元以上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652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1,000 元起</a:t>
                      </a:r>
                    </a:p>
                  </a:txBody>
                  <a:tcPr marL="91440" marR="91440" marT="45720" marB="45720" anchor="ctr"/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C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操作门槛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652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需要专业培训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652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拖入照片，一键完成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B1EBB-B279-45B5-8354-C2CE9A0F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B5E6B-99E9-4864-B4F7-7028768D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鹭见 SiteSight · v1.0.0</a:t>
            </a:r>
          </a:p>
        </p:txBody>
      </p:sp>
    </p:spTree>
    <p:extLst>
      <p:ext uri="{BB962C8B-B14F-4D97-AF65-F5344CB8AC3E}">
        <p14:creationId xmlns:p14="http://schemas.microsoft.com/office/powerpoint/2010/main" val="7930804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E43AA-FCA4-4867-9AE7-6AFAF458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三步完成一次场地建模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E651E-A8E4-466B-A433-422881A4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3619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C7FFB-946F-4E4F-9E4E-7351D783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6B0FF-C336-447B-8B95-742EF431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准备照片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B77CF-9A17-4FB2-83A5-505ED841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无人机环绕拍摄，照片集中存放；也可直接下载测试素材。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DB62B-F8E1-449D-95D6-E2ACE84F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429000" cy="3619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0DD65-BD40-4674-9858-C9E8D4B3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050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0BBB1-5428-45FA-8976-04243E7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拖入软件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48C8E-8CCA-4CCB-B8B4-CDA80D0F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099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选择照片文件夹与精度，后台自动完成三维重建。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EF082-CAA3-47F9-A01C-F1BAEC56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429000" cy="3619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F90CA-0433-45B9-912D-40BEC375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050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A5D13-E5C4-4D37-B7AF-0581764D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查看成果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D89FF-8C90-4F60-92E5-0B5D5D84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99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AI 报告、模型与数据一键导出，随时复看与分享。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FB52C-ECBD-44DB-AB6F-65255970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rPr>
              <a:t>测试素材：GitHub Releases 提供 60 张航拍照片，下载即可体验完整建模。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33143-B6ED-4BBC-8198-8E1B33F5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33DF7-2047-458C-AF10-3586C4CB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鹭见 SiteSight · v1.0.0</a:t>
            </a:r>
          </a:p>
        </p:txBody>
      </p:sp>
    </p:spTree>
    <p:extLst>
      <p:ext uri="{BB962C8B-B14F-4D97-AF65-F5344CB8AC3E}">
        <p14:creationId xmlns:p14="http://schemas.microsoft.com/office/powerpoint/2010/main" val="431926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F605B-5D91-4E6C-BDCE-477B67BE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C2735"/>
                </a:solidFill>
                <a:latin typeface="Microsoft YaHei"/>
                <a:ea typeface="Microsoft YaHei"/>
                <a:cs typeface="Microsoft YaHei"/>
              </a:rPr>
              <a:t>免费开源，欢迎体验与共建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6B513-9E37-4821-BF68-027575D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rPr>
              <a:t>技术底座（全部开源）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C57A3-225F-4CA9-9B2D-A0E7728C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143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OpenDroneMap（AGPL-3.0）三维重建引擎</a:t>
            </a:r>
          </a:p>
          <a:p xmlns:a="http://schemas.openxmlformats.org/drawingml/2006/main">
            <a:pPr algn="l">
              <a:def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OpenSfM / OpenMVS / PDAL / GDAL 等</a:t>
            </a:r>
          </a:p>
          <a:p xmlns:a="http://schemas.openxmlformats.org/drawingml/2006/main">
            <a:pPr algn="l">
              <a:def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Python · pywebview · PyInstaller · Pillow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本地运行，数据不出电脑，隐私安全。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2D7BA-B4D0-480D-9D28-830984E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6F2A"/>
                </a:solidFill>
                <a:latin typeface="Microsoft YaHei"/>
                <a:ea typeface="Microsoft YaHei"/>
                <a:cs typeface="Microsoft YaHei"/>
              </a:rPr>
              <a:t>获取与支持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A52AE-723A-459E-BFDF-4F0DCAF8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GitHub：github.com/MuoNian/SiteSight</a:t>
            </a:r>
          </a:p>
          <a:p xmlns:a="http://schemas.openxmlformats.org/drawingml/2006/main">
            <a:pPr algn="l">
              <a:def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测试素材：Releases 免费下载</a:t>
            </a:r>
          </a:p>
          <a:p xmlns:a="http://schemas.openxmlformats.org/drawingml/2006/main">
            <a:pPr algn="l">
              <a:def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安装包：约 1 GB，含完整建模引擎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46525F"/>
                </a:solidFill>
                <a:latin typeface="Microsoft YaHei"/>
                <a:ea typeface="Microsoft YaHei"/>
                <a:cs typeface="Microsoft YaHei"/>
              </a:rPr>
              <a:t>感谢黑客松组委会与评委的支持。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89E27-8BAC-4330-A889-503DBC5C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28733-DD05-484C-A68C-779C69A1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A97A5"/>
                </a:solidFill>
                <a:latin typeface="Microsoft YaHei"/>
                <a:ea typeface="Microsoft YaHei"/>
                <a:cs typeface="Microsoft YaHei"/>
              </a:rPr>
              <a:t>鹭见 SiteSight · v1.0.0</a:t>
            </a:r>
          </a:p>
        </p:txBody>
      </p:sp>
    </p:spTree>
    <p:extLst>
      <p:ext uri="{BB962C8B-B14F-4D97-AF65-F5344CB8AC3E}">
        <p14:creationId xmlns:p14="http://schemas.microsoft.com/office/powerpoint/2010/main" val="1537025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2026-08-31T03:13:13.1460000Z</dcterms:created>
  <dcterms:modified xsi:type="dcterms:W3CDTF">2026-08-31T03:13:13.1460000Z</dcterms:modified>
</coreProperties>
</file>